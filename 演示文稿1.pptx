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8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D7BDF-10C0-7F44-6CCD-D20DD50E8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5ED13C-DE9E-7F0D-87D9-05D1C1D3A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C0208-2997-20D2-1854-E2731EB3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319D0-B281-2F11-DC2A-A19180DB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ACDCC1-D5F1-288A-B635-63A67763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25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26E0A-B028-2910-354F-377220D9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3F554-68D4-48B9-8816-56D44DD2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CE9F6-9B1D-4387-1B98-1BD3DE35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05D52-458F-31DC-8ECA-B7C2AC55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3C8CA-4477-9FD3-3642-A42FD8F5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6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0B85F-9E3C-3DA9-4D95-5C64416D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A58D9B-6826-D105-C978-563C3EFDC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78E6E2-4A4B-0A6E-052A-DFD8CE1D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F20F56-307F-BC45-442D-A069A673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F6A6D5-56EB-5770-1898-E08FB3DD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00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784D7-A24F-E157-2CFB-30351BE7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E5DCE-B624-A2ED-97BE-879EA6284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917FB4-24AF-9C53-7153-46D585FF2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EDD2E2-F087-A2D5-BBA8-934BD379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4CA51F-98CB-24DF-C21B-DB2F1C0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14B71-0D73-14A6-97DC-CC8B66DF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05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F0F82-3995-8B2F-DF3F-7A4F244F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75798B-0498-65AA-1C9A-9C4F6F6AD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B51043-BB33-17EF-7275-1F2C9FB2F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BAB502-11E0-93FE-4D1F-3EEEF21BC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BFDDEC-67C9-2471-0B47-0A5BB9365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E4AE79-B07B-B44B-719A-3655CB51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0774EF-C057-C895-4692-40E7D0E9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523D73-7555-CA4B-EBD8-E8A10D07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68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E0D88-D5B7-638A-2F59-E390AD9E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6C41D8-2DC5-163B-923E-24CE7B48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167DC6-D888-AC25-BCA6-68A2A569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03DF01-7811-D2FF-7F1B-3D1FFCD2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29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A73067-0DAF-A75E-1357-60021E1B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6F7A9F-3F67-EEB7-351E-3EB3EB78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8470A-32A7-F533-BF02-923295E2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09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C5E19-5CC3-78D3-523E-D4C44859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A7B20-C186-DD3A-7AA4-CB28C847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356ED1-628D-5940-B05B-10F5CEF67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8BF458-4258-1425-F1A7-FCA41F4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C92814-76EC-399E-DA07-3C2B9DD8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3885E5-2280-869B-0B0A-FB3440DD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5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DB570-E48C-6286-5D10-8680B24C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1F78C1-7CEE-F70B-DF66-BE35039DD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C182AF-D10E-2070-44E4-AA7DAC755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8C8F4-19EF-EA8F-6D4D-DEA35774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A6A7AB-E624-79F3-2A85-DE8C3BEA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1DF345-65A7-2CD2-F074-FF5816D5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43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89568-4107-7B9E-4CA2-9235219C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E8A7AC-F288-7F31-BF7D-0876F9EBB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18D95-A6FB-BCC2-1845-4E9CB16B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009FE-1125-1C53-E789-C2E882B4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D69B4-5312-E3D2-11F9-88AC8B8C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8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ADC659-EEFD-57CA-C40B-CC8B4BCC2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4CB54-4B99-2C0C-CB4B-277D905BA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3DAD73-F3DE-1573-F9D8-AEEBD1B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C97DED-7E9D-A5E1-2500-EFE105D3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E5799B-03ED-02F7-B3AF-68AFA5CD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33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C64797-858D-F56D-E53D-7EBA8F5A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80059B-2437-3E2F-B92A-FA94BEBF2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784D1-83B2-1129-EAE8-0F082807B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9B577-4B1E-4D85-A6A0-3FEE823036DF}" type="datetimeFigureOut">
              <a:rPr lang="zh-CN" altLang="en-US" smtClean="0"/>
              <a:t>2026/2/19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B9567-0A02-B7D1-B282-BDA7D7F4C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9F32B-48A0-2F0C-3EDD-275A72EF5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A1902-A611-4282-8AC6-2A7DE4BB1B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63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83AD8-6AA7-E667-8777-B772B42AE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1E5D99-BF28-45B9-06E6-B7AEC1885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98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逸桓 孙</dc:creator>
  <cp:lastModifiedBy>逸桓 孙</cp:lastModifiedBy>
  <cp:revision>1</cp:revision>
  <dcterms:created xsi:type="dcterms:W3CDTF">2026-02-19T13:56:19Z</dcterms:created>
  <dcterms:modified xsi:type="dcterms:W3CDTF">2026-02-19T13:56:40Z</dcterms:modified>
</cp:coreProperties>
</file>